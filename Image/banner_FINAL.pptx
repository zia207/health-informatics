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972800" cy="2286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61A62D-8A74-4AE9-9527-30C3DD64E0D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BA5CED-97D8-4895-9A79-923D23E8C16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1AC25C0-594F-4FDD-A782-CBAE14E501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F93208A-215A-4196-8BD3-7B93EB7EB8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8017AB4-6EC5-40E1-8489-0A245254D0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548640" y="91080"/>
            <a:ext cx="9875160" cy="176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DA5C16-B1A5-408F-A57E-E77D6B4BCA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1FB08D-9A3F-473B-93CC-32503FE882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2B670B-3F94-4B4A-A410-2E137DC443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2B12630-D002-45E6-BA7B-C93BC4E5F3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8D1F35C-3BED-425F-91D6-FF49CF6136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7407B2-14D4-4BC3-9205-4DE38280D82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887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722628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548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887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722628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775165-B232-4DF1-99BF-4A27EA78DD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634920" y="2118600"/>
            <a:ext cx="3701520" cy="11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749720" y="2118600"/>
            <a:ext cx="2467080" cy="11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6E1B142-DAA5-4C30-851D-41C3CE3459FD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754200" y="2118600"/>
            <a:ext cx="2467080" cy="11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9253800" y="444600"/>
            <a:ext cx="1645920" cy="1612800"/>
          </a:xfrm>
          <a:prstGeom prst="rect">
            <a:avLst/>
          </a:prstGeom>
          <a:ln w="0">
            <a:noFill/>
          </a:ln>
        </p:spPr>
      </p:pic>
      <p:pic>
        <p:nvPicPr>
          <p:cNvPr id="40" name="Picture 3" descr=""/>
          <p:cNvPicPr/>
          <p:nvPr/>
        </p:nvPicPr>
        <p:blipFill>
          <a:blip r:embed="rId2"/>
          <a:srcRect l="7874" t="11785" r="7585" b="8924"/>
          <a:stretch/>
        </p:blipFill>
        <p:spPr>
          <a:xfrm>
            <a:off x="72000" y="149760"/>
            <a:ext cx="2176920" cy="2063160"/>
          </a:xfrm>
          <a:prstGeom prst="rect">
            <a:avLst/>
          </a:prstGeom>
          <a:ln w="0">
            <a:noFill/>
          </a:ln>
        </p:spPr>
      </p:pic>
      <p:sp>
        <p:nvSpPr>
          <p:cNvPr id="41" name="TextBox 2"/>
          <p:cNvSpPr/>
          <p:nvPr/>
        </p:nvSpPr>
        <p:spPr>
          <a:xfrm>
            <a:off x="2743560" y="685800"/>
            <a:ext cx="594288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Health-Informatics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2f5597"/>
                </a:solidFill>
                <a:latin typeface="Calibri"/>
                <a:ea typeface="Calibri"/>
              </a:rPr>
              <a:t>A Python Tutorial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103</TotalTime>
  <Application>LibreOffice/7.3.7.2$Linux_X86_64 LibreOffice_project/30$Build-2</Application>
  <AppVersion>15.0000</AppVersion>
  <Words>6</Words>
  <Paragraphs>2</Paragraphs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2024-02-16T18:50:38Z</dcterms:created>
  <dc:creator>Zia Ahmed</dc:creator>
  <dc:description/>
  <dc:language>en-US</dc:language>
  <cp:lastModifiedBy/>
  <dcterms:modified xsi:type="dcterms:W3CDTF">2026-08-20T17:52:27Z</dcterms:modified>
  <cp:revision>14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2</vt:i4>
  </property>
</Properties>
</file>